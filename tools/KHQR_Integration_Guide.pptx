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KHQR PAYMENT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BBDD"/>
                </a:solidFill>
              </a:defRPr>
            </a:pPr>
            <a:r>
              <a:t>Bakong (NBC) + ABA Bank Integration for NexusFinance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33295" cy="54864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National Bank of Cambodia  |  ABA Bank  |  KHQR Standard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</a:defRPr>
            </a:pPr>
            <a:r>
              <a:rPr dirty="0"/>
              <a:t>1.  </a:t>
            </a:r>
            <a:r>
              <a:rPr dirty="0" err="1"/>
              <a:t>Bakong</a:t>
            </a:r>
            <a:r>
              <a:rPr dirty="0"/>
              <a:t> (NBC) KHQR Integration</a:t>
            </a:r>
            <a:br>
              <a:rPr dirty="0"/>
            </a:br>
            <a:r>
              <a:rPr dirty="0"/>
              <a:t>     - Overview &amp; Prerequisites</a:t>
            </a:r>
            <a:br>
              <a:rPr dirty="0"/>
            </a:br>
            <a:r>
              <a:rPr dirty="0"/>
              <a:t>     - API Reference (Request Token, </a:t>
            </a:r>
            <a:r>
              <a:rPr dirty="0" err="1"/>
              <a:t>Deeplink</a:t>
            </a:r>
            <a:r>
              <a:rPr dirty="0"/>
              <a:t>, Check Transaction)</a:t>
            </a:r>
            <a:br>
              <a:rPr dirty="0"/>
            </a:br>
            <a:r>
              <a:rPr dirty="0"/>
              <a:t>     - KHQR String Format (EMVCo)</a:t>
            </a:r>
            <a:br>
              <a:rPr dirty="0"/>
            </a:br>
            <a:br>
              <a:rPr dirty="0"/>
            </a:br>
            <a:r>
              <a:rPr dirty="0"/>
              <a:t>2.  ABA Bank API Integration</a:t>
            </a:r>
            <a:br>
              <a:rPr dirty="0"/>
            </a:br>
            <a:r>
              <a:rPr dirty="0"/>
              <a:t>     - Key Differences from </a:t>
            </a:r>
            <a:r>
              <a:rPr dirty="0" err="1"/>
              <a:t>Bakong</a:t>
            </a:r>
            <a:br>
              <a:rPr dirty="0"/>
            </a:br>
            <a:r>
              <a:rPr dirty="0"/>
              <a:t>     - Prerequisites &amp; How to Apply</a:t>
            </a:r>
            <a:br>
              <a:rPr dirty="0"/>
            </a:br>
            <a:r>
              <a:rPr dirty="0"/>
              <a:t>     - API Endpoints &amp; Payment Flow</a:t>
            </a:r>
            <a:br>
              <a:rPr dirty="0"/>
            </a:br>
            <a:br>
              <a:rPr dirty="0"/>
            </a:br>
            <a:r>
              <a:rPr dirty="0"/>
              <a:t>3.  Current Implementation Status</a:t>
            </a:r>
            <a:br>
              <a:rPr dirty="0"/>
            </a:br>
            <a:r>
              <a:rPr dirty="0"/>
              <a:t>     - What Exists (Mock vs Real)</a:t>
            </a:r>
            <a:br>
              <a:rPr dirty="0"/>
            </a:br>
            <a:r>
              <a:rPr dirty="0"/>
              <a:t>     - What Needs to Change for Production</a:t>
            </a:r>
            <a:br>
              <a:rPr dirty="0"/>
            </a:br>
            <a:br>
              <a:rPr dirty="0"/>
            </a:br>
            <a:r>
              <a:rPr dirty="0"/>
              <a:t>4.  Environment Variables &amp; Quick Start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Part 1: Bakong (NBC) KHQR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Cambodia's national real-time payment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02920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Customer scans KHQR code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Opens </a:t>
            </a:r>
            <a:r>
              <a:rPr dirty="0" err="1"/>
              <a:t>Bakong</a:t>
            </a:r>
            <a:r>
              <a:rPr dirty="0"/>
              <a:t> or any banking app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Confirms payment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NBC clears funds in real-time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Webhook notifies your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58269" y="1737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rPr dirty="0"/>
              <a:t>Prerequisites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394199"/>
              </p:ext>
            </p:extLst>
          </p:nvPr>
        </p:nvGraphicFramePr>
        <p:xfrm>
          <a:off x="5058136" y="2286000"/>
          <a:ext cx="6603357" cy="3779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5827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Item</a:t>
                      </a:r>
                    </a:p>
                  </a:txBody>
                  <a:tcPr anchor="ctr"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How to Get</a:t>
                      </a:r>
                    </a:p>
                  </a:txBody>
                  <a:tcPr anchor="ctr"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82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 err="1"/>
                        <a:t>Bakong</a:t>
                      </a:r>
                      <a:r>
                        <a:rPr dirty="0"/>
                        <a:t> Wallet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Download </a:t>
                      </a:r>
                      <a:r>
                        <a:rPr dirty="0" err="1"/>
                        <a:t>Bakong</a:t>
                      </a:r>
                      <a:r>
                        <a:rPr dirty="0"/>
                        <a:t> app,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82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Bakong Account ID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Format: </a:t>
                      </a:r>
                      <a:r>
                        <a:rPr dirty="0" err="1"/>
                        <a:t>yourname@bank</a:t>
                      </a:r>
                      <a:endParaRPr dirty="0"/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82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NBC API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Register with NBC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82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Server in Cambodia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Required for production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Bakong API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077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rPr dirty="0"/>
              <a:t>Sandbox: https://sit-api-bakong.nbc.gov.kh/v1     |     Production: https://api-bakong.nbc.gov.kh/v1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BF0"/>
                </a:solidFill>
              </a:defRPr>
            </a:pPr>
            <a:r>
              <a:t>Endpoints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107000"/>
              </p:ext>
            </p:extLst>
          </p:nvPr>
        </p:nvGraphicFramePr>
        <p:xfrm>
          <a:off x="914399" y="1563740"/>
          <a:ext cx="1079918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6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8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/v1/request_token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Get access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/v1/verify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Verify token validity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/v1/renew_token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Renew expiring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/v1/generate_deeplink_by_qr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Create payment deeplink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/v1/check_transaction_by_md5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Check payment by MD5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/v1/</a:t>
                      </a:r>
                      <a:r>
                        <a:rPr dirty="0" err="1"/>
                        <a:t>check_transaction_by_hash</a:t>
                      </a:r>
                      <a:endParaRPr dirty="0"/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Check payment by full hash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/v1/check_transaction_by_short_hash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Check by short 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/v1/check_bakong_account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Verify account exists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947020"/>
            <a:ext cx="19634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6BF0"/>
                </a:solidFill>
              </a:defRPr>
            </a:pPr>
            <a:r>
              <a:rPr dirty="0"/>
              <a:t>Response Codes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130444"/>
              </p:ext>
            </p:extLst>
          </p:nvPr>
        </p:nvGraphicFramePr>
        <p:xfrm>
          <a:off x="914400" y="5404220"/>
          <a:ext cx="4908719" cy="117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1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Meaning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Fail / Not found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Unauthorized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KHQR String Format (EMVCo)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KHQR follows the EMVCo QR standard with these data tags: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Tag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Payload Format Indicator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Fixed 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Point of Initiation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11=Static, 12=Dynamic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Bakong Account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Merchant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merchant@aclb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53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Transaction Currency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840=USD, 116=KHR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840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Transaction Amount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Optional for dynamic QR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Country Code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ISO 3166-1 alpha-2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KH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Merchant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Display 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NexusFinance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Merchant City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City of business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Phnom Penh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Store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Optional branch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Main 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CRC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CRC16-CCITT checksum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7D00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Part 2: ABA Bank API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Key Differences from Bakong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Bakong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ABA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All Cambodian banks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ABA accounts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QR Standard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KHQR (EMVCo)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ABA-specific QR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API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Apply via NBC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Apply via ABA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Batch settlement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How to Apply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222"/>
                </a:solidFill>
              </a:defRPr>
            </a:pPr>
            <a:r>
              <a:t>1. Visit any ABA Bank branch with:</a:t>
            </a:r>
            <a:br/>
            <a:r>
              <a:t>   - Business registration / company license</a:t>
            </a:r>
            <a:br/>
            <a:r>
              <a:t>   - ID documents</a:t>
            </a:r>
            <a:br/>
            <a:r>
              <a:t>   - Bank account statement</a:t>
            </a:r>
            <a:br/>
            <a:br/>
            <a:r>
              <a:t>2. Request "Merchant Payment Gateway"</a:t>
            </a:r>
            <a:br/>
            <a:br/>
            <a:r>
              <a:t>3. ABA provides:</a:t>
            </a:r>
            <a:br/>
            <a:r>
              <a:t>   - Merchant ID</a:t>
            </a:r>
            <a:br/>
            <a:r>
              <a:t>   - API Key &amp; Secret</a:t>
            </a:r>
            <a:br/>
            <a:r>
              <a:t>   - Endpoint URLs</a:t>
            </a:r>
            <a:br/>
            <a:r>
              <a:t>   - IP whitelist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Prerequisites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466344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How to Get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ABA Merchant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Apply at any ABA 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API Credentials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Contact ABA Business Banking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IP Whitelist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Register server IP with ABA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ABA Bank API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Common Endpoints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262030"/>
              </p:ext>
            </p:extLst>
          </p:nvPr>
        </p:nvGraphicFramePr>
        <p:xfrm>
          <a:off x="914399" y="1737360"/>
          <a:ext cx="10363201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api</a:t>
                      </a:r>
                      <a:r>
                        <a:rPr dirty="0"/>
                        <a:t>/v1/payment/</a:t>
                      </a:r>
                      <a:r>
                        <a:rPr dirty="0" err="1"/>
                        <a:t>init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Create payment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/api/v1/payment/status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Check payment status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/api/v1/payment/refund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Process refund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/api/v1/account/balance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rPr dirty="0"/>
                        <a:t>Check account balance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399" y="4052297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rPr dirty="0"/>
              <a:t>Payment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1. Frontend calls your API to initiate payment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2. You call ABA /</a:t>
            </a:r>
            <a:r>
              <a:rPr dirty="0" err="1"/>
              <a:t>api</a:t>
            </a:r>
            <a:r>
              <a:rPr dirty="0"/>
              <a:t>/v1/payment/</a:t>
            </a:r>
            <a:r>
              <a:rPr dirty="0" err="1"/>
              <a:t>init</a:t>
            </a:r>
            <a:r>
              <a:rPr dirty="0"/>
              <a:t> with order details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3. ABA returns a payment URL and QR code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4. Customer pays via ABA Mobile or scan QR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5. ABA sends webhook POST to your </a:t>
            </a:r>
            <a:r>
              <a:rPr dirty="0" err="1"/>
              <a:t>callbackUrl</a:t>
            </a:r>
            <a:endParaRPr dirty="0"/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rPr dirty="0"/>
              <a:t>6. You verify signature and update order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Current Implementation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What Exists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7373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server/khqr.ts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Mock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EMVCo QR generation + verify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KHQRPage.tsx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5-tab frontend for KHQR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server/index.ts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/api/khqr/* endpoints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Mock vs Real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Current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Real</a:t>
                      </a:r>
                    </a:p>
                  </a:txBody>
                  <a:tcPr>
                    <a:solidFill>
                      <a:srgbClr val="2D6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QR Gen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Local 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NBC SDK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Payment Check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Bakong API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Deeplink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Fake 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Bakong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In-memory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0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Banks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Bakong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Bakong + ABA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What Needs to Change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058400" cy="189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Replace mocks with real </a:t>
            </a:r>
            <a:r>
              <a:rPr dirty="0" err="1"/>
              <a:t>Bakong</a:t>
            </a:r>
            <a:r>
              <a:rPr dirty="0"/>
              <a:t> API calls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Add server/</a:t>
            </a:r>
            <a:r>
              <a:rPr dirty="0" err="1"/>
              <a:t>aba.ts</a:t>
            </a:r>
            <a:r>
              <a:rPr dirty="0"/>
              <a:t> for ABA payment flow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Store transactions in database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Add webhook endpoint /</a:t>
            </a:r>
            <a:r>
              <a:rPr dirty="0" err="1"/>
              <a:t>api</a:t>
            </a:r>
            <a:r>
              <a:rPr dirty="0"/>
              <a:t>/payment/callback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Add environment variables for API credentials</a:t>
            </a:r>
          </a:p>
          <a:p>
            <a:pPr marL="285750" indent="-285750">
              <a:spcAft>
                <a:spcPts val="800"/>
              </a:spcAft>
              <a:buFont typeface="Wingdings" panose="05000000000000000000" pitchFamily="2" charset="2"/>
              <a:buChar char="q"/>
              <a:defRPr sz="1400">
                <a:solidFill>
                  <a:srgbClr val="222222"/>
                </a:solidFill>
              </a:defRPr>
            </a:pPr>
            <a:r>
              <a:rPr dirty="0"/>
              <a:t>Test in sandbox before going 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Bakong (NBC)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BAKONG_API_BASE_URL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BAKONG_USERNAME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BAKONG_PASSWORD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BAKONG_MERCHANT_ID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BAKONG_MERCHANT_NAME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ABA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ABA_API_BASE_URL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ABA_MERCHANT_ID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ABA_API_KEY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ABA_API_SECRET</a:t>
            </a:r>
          </a:p>
          <a:p>
            <a:pPr>
              <a:spcAft>
                <a:spcPts val="800"/>
              </a:spcAft>
              <a:defRPr sz="1400">
                <a:solidFill>
                  <a:srgbClr val="222222"/>
                </a:solidFill>
              </a:defRPr>
            </a:pPr>
            <a:r>
              <a:t>ABA_CALLBACK_URL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6BF0"/>
                </a:solidFill>
              </a:defRPr>
            </a:pPr>
            <a:r>
              <a:t>Sample .env 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  <a:latin typeface="Consolas"/>
              </a:defRPr>
            </a:pPr>
            <a:r>
              <a:t># Bakong</a:t>
            </a:r>
            <a:br/>
            <a:r>
              <a:t>BAKONG_API_BASE_URL=https://sit-api-bakong.nbc.gov.kh/v1</a:t>
            </a:r>
            <a:br/>
            <a:r>
              <a:t>BAKONG_USERNAME=your_email@example.com</a:t>
            </a:r>
            <a:br/>
            <a:r>
              <a:t>BAKONG_MERCHANT_ID=merchant@aclb</a:t>
            </a:r>
            <a:br/>
            <a:br/>
            <a:r>
              <a:t># ABA</a:t>
            </a:r>
            <a:br/>
            <a:r>
              <a:t>ABA_API_BASE_URL=https://api.aba.com.kh/v1</a:t>
            </a:r>
            <a:br/>
            <a:r>
              <a:t>ABA_MERCHANT_ID=your_merchant_id</a:t>
            </a:r>
            <a:br/>
            <a:r>
              <a:t>ABA_API_KEY=your_api_key</a:t>
            </a:r>
            <a:br/>
            <a:r>
              <a:t>ABA_CALLBACK_URL=https://nexusfinancefintech.vercel.app/api/payment/callback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Quick Start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Steps to go from mock to live payment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1.  Download Bakong app and register a wallet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2.  Get your Bakong Account ID (e.g. yourname@aclb)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8600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3.  Email NBC or your bank to request API token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331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4.  Set BAKONG_API_* variables in .env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5.  Update server/khqr.ts to call real Bakong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6.  Visit ABA branch with business docs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56616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611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7.  Set ABA_API_* variables in .env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56616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6118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8.  Register server IP with ABA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20624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9.  Create server/aba.ts for ABA payment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10.  Add webhook endpoint /api/payment/callback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84632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4892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11.  Test in sandbox environment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50292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892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222"/>
                </a:solidFill>
              </a:defRPr>
            </a:pPr>
            <a:r>
              <a:t>12.  Go live in production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D6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BBDD"/>
                </a:solidFill>
              </a:defRPr>
            </a:pPr>
            <a:r>
              <a:t>NexusFinance — Smart Lending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6BF0"/>
                </a:solidFill>
              </a:defRPr>
            </a:pPr>
            <a:r>
              <a:t>https://nexusfinancefintech.vercel.app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1147</Words>
  <Application>Microsoft Office PowerPoint</Application>
  <PresentationFormat>Widescreen</PresentationFormat>
  <Paragraphs>233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Houn Punreay</cp:lastModifiedBy>
  <cp:revision>3</cp:revision>
  <dcterms:created xsi:type="dcterms:W3CDTF">2013-01-27T09:14:16Z</dcterms:created>
  <dcterms:modified xsi:type="dcterms:W3CDTF">2026-06-11T08:01:58Z</dcterms:modified>
  <cp:category/>
</cp:coreProperties>
</file>